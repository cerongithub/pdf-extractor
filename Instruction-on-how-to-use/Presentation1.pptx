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DD23-0909-4F13-940C-800242C99A2F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D1AF-A7A8-4EAA-BD68-119E03C5E7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DD23-0909-4F13-940C-800242C99A2F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D1AF-A7A8-4EAA-BD68-119E03C5E7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DD23-0909-4F13-940C-800242C99A2F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D1AF-A7A8-4EAA-BD68-119E03C5E7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DD23-0909-4F13-940C-800242C99A2F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D1AF-A7A8-4EAA-BD68-119E03C5E7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DD23-0909-4F13-940C-800242C99A2F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D1AF-A7A8-4EAA-BD68-119E03C5E7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DD23-0909-4F13-940C-800242C99A2F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D1AF-A7A8-4EAA-BD68-119E03C5E7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DD23-0909-4F13-940C-800242C99A2F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D1AF-A7A8-4EAA-BD68-119E03C5E7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DD23-0909-4F13-940C-800242C99A2F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D1AF-A7A8-4EAA-BD68-119E03C5E7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DD23-0909-4F13-940C-800242C99A2F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D1AF-A7A8-4EAA-BD68-119E03C5E7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DD23-0909-4F13-940C-800242C99A2F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D1AF-A7A8-4EAA-BD68-119E03C5E7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3DD23-0909-4F13-940C-800242C99A2F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1D1AF-A7A8-4EAA-BD68-119E03C5E7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3DD23-0909-4F13-940C-800242C99A2F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1D1AF-A7A8-4EAA-BD68-119E03C5E7F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304800"/>
            <a:ext cx="861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/>
              <a:t>https://github.com/ceronGithub/PDF-Extractor/tree/develop/PdfRenameApplication/bin/Debug</a:t>
            </a:r>
            <a:endParaRPr lang="en-US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381000" y="1295400"/>
            <a:ext cx="815729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 smtClean="0"/>
              <a:t>Copy and paste this to the browser.</a:t>
            </a:r>
          </a:p>
          <a:p>
            <a:pPr>
              <a:buFont typeface="Arial" charset="0"/>
              <a:buChar char="•"/>
            </a:pPr>
            <a:r>
              <a:rPr lang="en-US" dirty="0" smtClean="0"/>
              <a:t>Once you see the files, look for file named: PdfRenameApplication.exe</a:t>
            </a:r>
          </a:p>
          <a:p>
            <a:pPr>
              <a:buFont typeface="Arial" charset="0"/>
              <a:buChar char="•"/>
            </a:pPr>
            <a:r>
              <a:rPr lang="en-US" dirty="0" smtClean="0"/>
              <a:t>Install that application</a:t>
            </a:r>
          </a:p>
          <a:p>
            <a:pPr>
              <a:buFont typeface="Arial" charset="0"/>
              <a:buChar char="•"/>
            </a:pPr>
            <a:r>
              <a:rPr lang="en-US" dirty="0" smtClean="0"/>
              <a:t>After installing, run the application, then a message will pop-out and will say </a:t>
            </a:r>
          </a:p>
          <a:p>
            <a:r>
              <a:rPr lang="en-US" dirty="0" smtClean="0"/>
              <a:t>Where user can get the output(this folder can be found in the desktop\PDF-OUTPUT)</a:t>
            </a:r>
          </a:p>
          <a:p>
            <a:endParaRPr lang="en-US" dirty="0"/>
          </a:p>
          <a:p>
            <a:r>
              <a:rPr lang="en-US" dirty="0" smtClean="0"/>
              <a:t>Below is the design of the application.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3810000"/>
            <a:ext cx="621982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609600"/>
            <a:ext cx="621982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Left Arrow 2"/>
          <p:cNvSpPr/>
          <p:nvPr/>
        </p:nvSpPr>
        <p:spPr>
          <a:xfrm>
            <a:off x="6629400" y="914400"/>
            <a:ext cx="6858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2000" y="1752600"/>
            <a:ext cx="20546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 smtClean="0"/>
              <a:t>Click to locate-file</a:t>
            </a:r>
          </a:p>
          <a:p>
            <a:pPr>
              <a:buFont typeface="Wingdings" pitchFamily="2" charset="2"/>
              <a:buChar char="q"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81200" y="2438400"/>
            <a:ext cx="5720947" cy="3449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762000" y="6019800"/>
            <a:ext cx="4509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 smtClean="0"/>
              <a:t>Then locate the </a:t>
            </a:r>
            <a:r>
              <a:rPr lang="en-US" dirty="0" err="1" smtClean="0"/>
              <a:t>pdf</a:t>
            </a:r>
            <a:r>
              <a:rPr lang="en-US" dirty="0" smtClean="0"/>
              <a:t> file you want to rename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304800"/>
            <a:ext cx="80010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304800" y="3581400"/>
            <a:ext cx="86410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Few notes to remember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This application will crop the text according to coordinates of x-axis, y-axis, width, height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You can upload 1 or more than 1 </a:t>
            </a:r>
            <a:r>
              <a:rPr lang="en-US" dirty="0" err="1" smtClean="0"/>
              <a:t>pdf</a:t>
            </a:r>
            <a:r>
              <a:rPr lang="en-US" dirty="0" smtClean="0"/>
              <a:t> file.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Then once you have selected the </a:t>
            </a:r>
            <a:r>
              <a:rPr lang="en-US" dirty="0" err="1" smtClean="0"/>
              <a:t>pdf</a:t>
            </a:r>
            <a:r>
              <a:rPr lang="en-US" dirty="0" smtClean="0"/>
              <a:t>-file/s you want to import click open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28600"/>
            <a:ext cx="8077200" cy="3668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304800" y="4343400"/>
            <a:ext cx="85198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Now after clicking the open button. You can view the </a:t>
            </a:r>
            <a:r>
              <a:rPr lang="en-US" dirty="0" err="1" smtClean="0"/>
              <a:t>pdf</a:t>
            </a:r>
            <a:r>
              <a:rPr lang="en-US" dirty="0" smtClean="0"/>
              <a:t>-file inside the application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This will be </a:t>
            </a:r>
            <a:r>
              <a:rPr lang="en-US" dirty="0" err="1" smtClean="0"/>
              <a:t>abit</a:t>
            </a:r>
            <a:r>
              <a:rPr lang="en-US" dirty="0" smtClean="0"/>
              <a:t> tricky at first, but once you got the hang on how to use it. It will greatly</a:t>
            </a:r>
          </a:p>
          <a:p>
            <a:r>
              <a:rPr lang="en-US" dirty="0" smtClean="0"/>
              <a:t>Helped you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Always edit the first </a:t>
            </a:r>
            <a:r>
              <a:rPr lang="en-US" dirty="0" err="1" smtClean="0"/>
              <a:t>pdf</a:t>
            </a:r>
            <a:r>
              <a:rPr lang="en-US" dirty="0" smtClean="0"/>
              <a:t> coordinates. And you will find the reason why, as we go along</a:t>
            </a:r>
            <a:r>
              <a:rPr lang="en-US" dirty="0"/>
              <a:t>.</a:t>
            </a:r>
            <a:endParaRPr lang="en-US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228600"/>
            <a:ext cx="4448175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52400" y="3200400"/>
            <a:ext cx="84612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As you can see, on the center right side, you will see the file path.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And you will see Invoice, and x-axis, y-axis, width, height.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So I set this up already for you, </a:t>
            </a:r>
            <a:r>
              <a:rPr lang="en-US" dirty="0" err="1" smtClean="0"/>
              <a:t>babi</a:t>
            </a:r>
            <a:r>
              <a:rPr lang="en-US" dirty="0" smtClean="0"/>
              <a:t>… but you can adjust it to your desired coordinates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So what you are going </a:t>
            </a:r>
            <a:r>
              <a:rPr lang="en-US" dirty="0" err="1" smtClean="0"/>
              <a:t>todo</a:t>
            </a:r>
            <a:r>
              <a:rPr lang="en-US" dirty="0" smtClean="0"/>
              <a:t> is put a y-axis value.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228600"/>
            <a:ext cx="7591425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52400" y="4343400"/>
            <a:ext cx="74213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So </a:t>
            </a:r>
            <a:r>
              <a:rPr lang="en-US" dirty="0" err="1" smtClean="0"/>
              <a:t>heres</a:t>
            </a:r>
            <a:r>
              <a:rPr lang="en-US" dirty="0" smtClean="0"/>
              <a:t> the tricky part, to help you on get the invoice number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First you have to count how many lines are their before the invoice number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After counting how many lines.</a:t>
            </a:r>
          </a:p>
        </p:txBody>
      </p:sp>
      <p:sp>
        <p:nvSpPr>
          <p:cNvPr id="4" name="Left Arrow 3"/>
          <p:cNvSpPr/>
          <p:nvPr/>
        </p:nvSpPr>
        <p:spPr>
          <a:xfrm>
            <a:off x="6477000" y="838200"/>
            <a:ext cx="533400" cy="5334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5" name="Right Arrow 4"/>
          <p:cNvSpPr/>
          <p:nvPr/>
        </p:nvSpPr>
        <p:spPr>
          <a:xfrm>
            <a:off x="2209800" y="1219200"/>
            <a:ext cx="4572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6" name="Left Arrow 5"/>
          <p:cNvSpPr/>
          <p:nvPr/>
        </p:nvSpPr>
        <p:spPr>
          <a:xfrm>
            <a:off x="7010400" y="1447800"/>
            <a:ext cx="533400" cy="5334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86000" y="1752600"/>
            <a:ext cx="4572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Left Arrow 7"/>
          <p:cNvSpPr/>
          <p:nvPr/>
        </p:nvSpPr>
        <p:spPr>
          <a:xfrm>
            <a:off x="6324600" y="1981200"/>
            <a:ext cx="533400" cy="5334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9" name="Left Arrow 8"/>
          <p:cNvSpPr/>
          <p:nvPr/>
        </p:nvSpPr>
        <p:spPr>
          <a:xfrm>
            <a:off x="6400800" y="2514600"/>
            <a:ext cx="533400" cy="5334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81200" y="2286000"/>
            <a:ext cx="4572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11" name="Left Arrow 10"/>
          <p:cNvSpPr/>
          <p:nvPr/>
        </p:nvSpPr>
        <p:spPr>
          <a:xfrm flipH="1">
            <a:off x="1828800" y="2895600"/>
            <a:ext cx="1371600" cy="5334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3352800" y="3200400"/>
            <a:ext cx="2743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Left Arrow 14"/>
          <p:cNvSpPr/>
          <p:nvPr/>
        </p:nvSpPr>
        <p:spPr>
          <a:xfrm>
            <a:off x="5562600" y="3352800"/>
            <a:ext cx="533400" cy="5334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457200"/>
            <a:ext cx="3810000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81400" y="3810000"/>
            <a:ext cx="4705350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Shape 4"/>
          <p:cNvCxnSpPr>
            <a:stCxn id="2" idx="3"/>
            <a:endCxn id="7170" idx="0"/>
          </p:cNvCxnSpPr>
          <p:nvPr/>
        </p:nvCxnSpPr>
        <p:spPr>
          <a:xfrm>
            <a:off x="4191000" y="1666875"/>
            <a:ext cx="1743075" cy="214312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Left Arrow 5"/>
          <p:cNvSpPr/>
          <p:nvPr/>
        </p:nvSpPr>
        <p:spPr>
          <a:xfrm>
            <a:off x="5029200" y="4419600"/>
            <a:ext cx="6096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28600" y="6096000"/>
            <a:ext cx="4322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Type 90. because there are 9 lines in total.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228600"/>
            <a:ext cx="7924800" cy="305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0" y="3886200"/>
            <a:ext cx="5297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After </a:t>
            </a:r>
            <a:r>
              <a:rPr lang="en-US" dirty="0" err="1" smtClean="0"/>
              <a:t>inputing</a:t>
            </a:r>
            <a:r>
              <a:rPr lang="en-US" dirty="0" smtClean="0"/>
              <a:t> a value on y-axis. Click re/crop button </a:t>
            </a:r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4495800"/>
            <a:ext cx="2857500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429000" y="4800600"/>
            <a:ext cx="51757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Read carefully!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Type ‘yes’ if you are sure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Type ‘no’ if you still want to modify the coordinates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3581400"/>
            <a:ext cx="8007577" cy="3000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228600"/>
            <a:ext cx="6781800" cy="2613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Down Arrow 3"/>
          <p:cNvSpPr/>
          <p:nvPr/>
        </p:nvSpPr>
        <p:spPr>
          <a:xfrm>
            <a:off x="3733800" y="2971800"/>
            <a:ext cx="1524000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/>
          <p:cNvSpPr/>
          <p:nvPr/>
        </p:nvSpPr>
        <p:spPr>
          <a:xfrm>
            <a:off x="6172200" y="4114800"/>
            <a:ext cx="10668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3463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0" y="3810000"/>
            <a:ext cx="86727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So after clicking the ‘yes’ another button will pop-out.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Take note this pop-out button only pops to first </a:t>
            </a:r>
            <a:r>
              <a:rPr lang="en-US" dirty="0" err="1" smtClean="0"/>
              <a:t>pdf</a:t>
            </a:r>
            <a:r>
              <a:rPr lang="en-US" dirty="0" smtClean="0"/>
              <a:t>, lets just say the first </a:t>
            </a:r>
            <a:r>
              <a:rPr lang="en-US" dirty="0" err="1" smtClean="0"/>
              <a:t>pdf</a:t>
            </a:r>
            <a:r>
              <a:rPr lang="en-US" dirty="0" smtClean="0"/>
              <a:t>- is were you</a:t>
            </a:r>
          </a:p>
          <a:p>
            <a:r>
              <a:rPr lang="en-US" dirty="0" smtClean="0"/>
              <a:t>Adjust the coordinates according to your desire.</a:t>
            </a:r>
          </a:p>
          <a:p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Now I will show you what the other </a:t>
            </a:r>
            <a:r>
              <a:rPr lang="en-US" dirty="0" err="1" smtClean="0"/>
              <a:t>pdf</a:t>
            </a:r>
            <a:r>
              <a:rPr lang="en-US" dirty="0" smtClean="0"/>
              <a:t> look-like</a:t>
            </a:r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5105400" y="1600200"/>
            <a:ext cx="838200" cy="1524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81000"/>
            <a:ext cx="9144000" cy="3519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304800" y="4191000"/>
            <a:ext cx="89914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This is what the other </a:t>
            </a:r>
            <a:r>
              <a:rPr lang="en-US" dirty="0" err="1" smtClean="0"/>
              <a:t>pdf</a:t>
            </a:r>
            <a:r>
              <a:rPr lang="en-US" dirty="0" smtClean="0"/>
              <a:t> looks-like, no coordinates.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Again, the first </a:t>
            </a:r>
            <a:r>
              <a:rPr lang="en-US" dirty="0" err="1" smtClean="0"/>
              <a:t>pdf</a:t>
            </a:r>
            <a:r>
              <a:rPr lang="en-US" dirty="0" smtClean="0"/>
              <a:t>, is were you are going to adjust the coordinates. For the app to crop it for</a:t>
            </a:r>
          </a:p>
          <a:p>
            <a:r>
              <a:rPr lang="en-US" dirty="0" smtClean="0"/>
              <a:t>You.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3463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ight Arrow 2"/>
          <p:cNvSpPr/>
          <p:nvPr/>
        </p:nvSpPr>
        <p:spPr>
          <a:xfrm>
            <a:off x="5410200" y="1828800"/>
            <a:ext cx="533400" cy="1066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3733800"/>
            <a:ext cx="34022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Now once you click this button.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 message will pop.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Click ok. And next pages are the </a:t>
            </a:r>
          </a:p>
          <a:p>
            <a:r>
              <a:rPr lang="en-US" dirty="0" smtClean="0"/>
              <a:t>Result.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5200" y="4114800"/>
            <a:ext cx="5181600" cy="2277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52400"/>
            <a:ext cx="915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BEFORE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09600"/>
            <a:ext cx="9144000" cy="3519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9200"/>
            <a:ext cx="9144000" cy="302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533400" y="609600"/>
            <a:ext cx="658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After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76400"/>
            <a:ext cx="9104631" cy="3567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0" y="685800"/>
            <a:ext cx="86050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Note, please do mind check all </a:t>
            </a:r>
            <a:r>
              <a:rPr lang="en-US" dirty="0" err="1" smtClean="0"/>
              <a:t>pdf</a:t>
            </a:r>
            <a:r>
              <a:rPr lang="en-US" dirty="0" smtClean="0"/>
              <a:t>-documents if invoice are the same.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If somehow, I didn’t cropped the invoice, just adjust the y-axis. To higher 90, or lower 90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1" cy="3582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438400"/>
            <a:ext cx="9144000" cy="3569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990600" y="1371600"/>
            <a:ext cx="7111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So here, I adjust the y-axis to 70, from 90. and it did cropped the invoice.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3463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0" y="3810000"/>
            <a:ext cx="7156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After checking, all the </a:t>
            </a:r>
            <a:r>
              <a:rPr lang="en-US" dirty="0" err="1" smtClean="0"/>
              <a:t>pdf</a:t>
            </a:r>
            <a:r>
              <a:rPr lang="en-US" dirty="0" smtClean="0"/>
              <a:t>-document/s, and if its correct click this button.</a:t>
            </a:r>
          </a:p>
        </p:txBody>
      </p:sp>
      <p:sp>
        <p:nvSpPr>
          <p:cNvPr id="4" name="Right Arrow 3"/>
          <p:cNvSpPr/>
          <p:nvPr/>
        </p:nvSpPr>
        <p:spPr>
          <a:xfrm>
            <a:off x="5029200" y="1981200"/>
            <a:ext cx="914400" cy="76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this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8990239" cy="437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304800" y="4876800"/>
            <a:ext cx="5489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 sample, this is your desktop. Click the PDF-OUT folder.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757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0" y="2133600"/>
            <a:ext cx="6120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As you expect this is empty. Now lets go back to the application.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3463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0" y="3810000"/>
            <a:ext cx="428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Now click the button. To save all </a:t>
            </a:r>
            <a:r>
              <a:rPr lang="en-US" dirty="0" err="1" smtClean="0"/>
              <a:t>pdf</a:t>
            </a:r>
            <a:r>
              <a:rPr lang="en-US" dirty="0" smtClean="0"/>
              <a:t>-file/s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5029200" y="1981200"/>
            <a:ext cx="914400" cy="762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this</a:t>
            </a:r>
            <a:endParaRPr 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114800"/>
            <a:ext cx="3943350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4267200" y="4191000"/>
            <a:ext cx="4378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A folder is created inside the PDF-OUTPUT </a:t>
            </a:r>
          </a:p>
          <a:p>
            <a:r>
              <a:rPr lang="en-US" dirty="0" smtClean="0"/>
              <a:t>Folder.</a:t>
            </a:r>
            <a:endParaRPr lang="en-US" dirty="0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81200" y="5715000"/>
            <a:ext cx="66389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Shape 8"/>
          <p:cNvCxnSpPr>
            <a:stCxn id="19458" idx="3"/>
            <a:endCxn id="19459" idx="0"/>
          </p:cNvCxnSpPr>
          <p:nvPr/>
        </p:nvCxnSpPr>
        <p:spPr>
          <a:xfrm>
            <a:off x="3943350" y="4862513"/>
            <a:ext cx="1357313" cy="85248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3616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0" y="3886200"/>
            <a:ext cx="6979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After you click SAVE-ALL-PDF button. This will happened. Then click OK</a:t>
            </a:r>
            <a:endParaRPr lang="en-US" dirty="0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4343400"/>
            <a:ext cx="4067175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4419600" y="4572000"/>
            <a:ext cx="37782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Now all </a:t>
            </a:r>
            <a:r>
              <a:rPr lang="en-US" dirty="0" err="1" smtClean="0"/>
              <a:t>pdf</a:t>
            </a:r>
            <a:r>
              <a:rPr lang="en-US" dirty="0" smtClean="0"/>
              <a:t>-file/s has been renamed</a:t>
            </a:r>
          </a:p>
          <a:p>
            <a:r>
              <a:rPr lang="en-US" dirty="0" smtClean="0"/>
              <a:t>According to invoice number.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Check the PDF-OUTPUT folder. And </a:t>
            </a:r>
          </a:p>
          <a:p>
            <a:r>
              <a:rPr lang="en-US" dirty="0" smtClean="0"/>
              <a:t>Click the folder inside.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66675" y="0"/>
            <a:ext cx="9210675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304800" y="2895600"/>
            <a:ext cx="63971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This is what you will see.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All </a:t>
            </a:r>
            <a:r>
              <a:rPr lang="en-US" dirty="0" err="1" smtClean="0"/>
              <a:t>pdf</a:t>
            </a:r>
            <a:r>
              <a:rPr lang="en-US" dirty="0" smtClean="0"/>
              <a:t>-file/s has been renamed according to its </a:t>
            </a:r>
            <a:r>
              <a:rPr lang="en-US" dirty="0" err="1" smtClean="0"/>
              <a:t>pdf</a:t>
            </a:r>
            <a:r>
              <a:rPr lang="en-US" dirty="0" smtClean="0"/>
              <a:t>-content. </a:t>
            </a:r>
            <a:r>
              <a:rPr lang="en-US" dirty="0" smtClean="0">
                <a:sym typeface="Wingdings" pitchFamily="2" charset="2"/>
              </a:rPr>
              <a:t>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ym typeface="Wingdings" pitchFamily="2" charset="2"/>
              </a:rPr>
              <a:t>If you want to reset it, and import a different, </a:t>
            </a:r>
            <a:r>
              <a:rPr lang="en-US" dirty="0" err="1" smtClean="0">
                <a:sym typeface="Wingdings" pitchFamily="2" charset="2"/>
              </a:rPr>
              <a:t>pdf</a:t>
            </a:r>
            <a:r>
              <a:rPr lang="en-US" dirty="0" smtClean="0">
                <a:sym typeface="Wingdings" pitchFamily="2" charset="2"/>
              </a:rPr>
              <a:t> file. Click reset</a:t>
            </a:r>
            <a:endParaRPr lang="en-US" dirty="0" smtClean="0">
              <a:sym typeface="Wingdings" pitchFamily="2" charset="2"/>
            </a:endParaRPr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4419600"/>
            <a:ext cx="6334125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Down Arrow 4"/>
          <p:cNvSpPr/>
          <p:nvPr/>
        </p:nvSpPr>
        <p:spPr>
          <a:xfrm>
            <a:off x="4876800" y="4191000"/>
            <a:ext cx="1676400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630</Words>
  <Application>Microsoft Office PowerPoint</Application>
  <PresentationFormat>On-screen Show (4:3)</PresentationFormat>
  <Paragraphs>72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Deftones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Ceron Calsena</dc:creator>
  <cp:lastModifiedBy>Ceron Calsena</cp:lastModifiedBy>
  <cp:revision>14</cp:revision>
  <dcterms:created xsi:type="dcterms:W3CDTF">2025-03-15T16:32:07Z</dcterms:created>
  <dcterms:modified xsi:type="dcterms:W3CDTF">2025-03-15T17:34:53Z</dcterms:modified>
</cp:coreProperties>
</file>